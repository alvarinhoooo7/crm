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Despliegue Logístico a Nivel Nacional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Instalación de 33 Equipos en 16 Localidades</a:t>
            </a:r>
          </a:p>
          <a:p>
            <a:r>
              <a:t>Tecnologías Aplicadas a los Sistemas Inteligentes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Desafío Operativo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Desplegar cuadrillas técnicas a lo largo de Chile optimizando recursos.</a:t>
            </a:r>
          </a:p>
          <a:p>
            <a:r>
              <a:t>33 equipos a instalar en 16 localidades.</a:t>
            </a:r>
          </a:p>
          <a:p>
            <a:r>
              <a:t>Variabilidad geográfica: Desde Arica hasta Punta Arenas.</a:t>
            </a:r>
          </a:p>
          <a:p>
            <a:r>
              <a:t>Control estricto de presupuesto, horas extra y transporte.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Solución Inteligente: CRM Logístico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Desarrollo de un sistema en Google Apps Script + Sheets.</a:t>
            </a:r>
          </a:p>
          <a:p>
            <a:r>
              <a:t>Integración nativa con Google Maps API para cálculo de rutas y tiempos.</a:t>
            </a:r>
          </a:p>
          <a:p>
            <a:r>
              <a:t>Interfaz de usuario tipo 'Bitácora' para registro rápido.</a:t>
            </a:r>
          </a:p>
          <a:p>
            <a:r>
              <a:t>Motor de decisiones que sugiere transporte (Terrestre vs Vuelo) basado en Costo de Oportunidad.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 y Resultados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Reducción dramática del tiempo de planificación a segundos.</a:t>
            </a:r>
          </a:p>
          <a:p>
            <a:r>
              <a:t>Disminución de costos al seleccionar autopistas de forma inteligente (evitando horas extra).</a:t>
            </a:r>
          </a:p>
          <a:p>
            <a:r>
              <a:t>Visualización consolidada de métricas operacionales.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