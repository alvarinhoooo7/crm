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 · INTEGRANTE 1</a:t>
            </a:r>
          </a:p>
          <a:p>
            <a:r>
              <a:t>Presentar el equipo y anunciar la estructura: primero la planificacion, despues el sistema. No leer la lamina.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 · INTEGRANTE 1</a:t>
            </a:r>
          </a:p>
          <a:p>
            <a:r>
              <a:t>El problema no es tecnico sino logistico: personal limitado para cubrir el territorio nacional. Instalacion 2 h, capacitacion 30 min, rendimiento 20 km/L. Mencionar que son datos textuales del enunciado.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 · INTEGRANTE 1</a:t>
            </a:r>
          </a:p>
          <a:p>
            <a:r>
              <a:t>Anunciar las cuatro y avisar que cada una viene con su numero. Esto es lo que distingue el trabajo de llenar una planilla.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· INTEGRANTE 1</a:t>
            </a:r>
          </a:p>
          <a:p>
            <a:r>
              <a:t>La Peugeot Partner es furgon de cabina corta: caben dos con sus bolsos. Diez tecnicos divididos en dos dan cinco cuadrillas. Mandar mas gente a un sitio obliga a una segunda camioneta y no compensa: en Copiapo ahorra 4,5 h y cuesta $211.480. Los diez tienen licencia, asi que la dotacion se podria cambiar; el costo es el que decide que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· INTEGRANTE 1</a:t>
            </a:r>
          </a:p>
          <a:p>
            <a:r>
              <a:t>Este es el punto tecnico fuerte. Con un conductor fijo el tramo a Copiapo roza el tope de seguridad. Como los diez tienen licencia, se designan dos conductores por cuadrilla y se turnan. No es comodidad: es la diferencia entre un plan legal y uno que no lo es. La app muestra quien conduce cada dia en la columna Conductor.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 · INTEGRANTE 2</a:t>
            </a:r>
          </a:p>
          <a:p>
            <a:r>
              <a:t>Es una mejora de proceso, no un recorte arbitrario. Insistir en por que 50% y no 100%: reducirla a cero seria insostenible y el docente lo va a preguntar. Cada equipo pasa de 2,5 h a 2,25 h de tecnico.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· INTEGRANTE 2</a:t>
            </a:r>
          </a:p>
          <a:p>
            <a:r>
              <a:t>La hora extra vale $6.500 x 1,5 por el recargo legal del 50%. Volver a casa sale cuatro veces mas barato que dormir fuera, siempre que el regreso quepa en las 10,4 h de tope. Cuando no cabe (Copiapo y Biobio) se paga hostal, y ahi no es comodidad sino la unica opcion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 · INTEGRANTE 2</a:t>
            </a:r>
          </a:p>
          <a:p>
            <a:r>
              <a:t>Cada cuadrilla toma un corredor completo para no cruzar rutas. El corredor norte manda la duracion: son cuatro dias porque Copiapo esta a 800 km y el viaje de ida ocupa una jornada entera. Los dias de puro traslado tambien son ordenes: el tecnico esta desplegado y cobra viatico.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· INTEGRANTE 2</a:t>
            </a:r>
          </a:p>
          <a:p>
            <a:r>
              <a:t>Este es el numero que pide el enunciado. Aclarar que las horas extra ($9.556) NO estan aca: son costo de empresa y van en la planilla de sueldos, no en el bolsillo del tecnico para hacer la ruta. Si preguntan por los dias de traslado: si estan contados, son 4 tecnico-dias y 2 noches.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· INTEGRANTE 3</a:t>
            </a:r>
          </a:p>
          <a:p>
            <a:r>
              <a:t>Cuatro ejemplos, no los diez. El rango va de $58.114 a $360.927 y lo explican tres cosas: los dias fuera, las noches de hotel y si le toco conducir. Peaje y combustible los carga el conductor del dia, una sola vez por jornada y sobre los km reales del recorrido. Cada tecnico ve su monto desglosado en la app: ese es el puente al caso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 · INTEGRANTE 3</a:t>
            </a:r>
          </a:p>
          <a:p>
            <a:r>
              <a:t>Lamina de corte. Leer la cita del enunciado y pasar. No detenerse.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 · INTEGRANTE 3</a:t>
            </a:r>
          </a:p>
          <a:p>
            <a:r>
              <a:t>La pregunta esperable es por que no una planilla compartida. Respuesta: en una planilla todos ven todo y cualquiera edita cualquier fila. El caso pide que CADA tecnico verifique LO SUYO. Eso es un filtro por usuario, y es exactamente lo que vamos a mostrar ahora.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 · INTEGRANTE 3</a:t>
            </a:r>
          </a:p>
          <a:p>
            <a:r>
              <a:t>Abrir la app en vivo si la sala lo permite; si no, usar la captura. Mostrar primero la vista de coordinacion con las 36 ordenes y despues entrar como tecnico para que se note la diferencia.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· INTEGRANTE 3</a:t>
            </a:r>
          </a:p>
          <a:p>
            <a:r>
              <a:t>Esta es la lamina central del caso 2: responde de una sola vez ruta, monto y vehiculo. Recorrer la pantalla en el mismo orden en que el enunciado pide las cosas.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 · INTEGRANTE 4</a:t>
            </a:r>
          </a:p>
          <a:p>
            <a:r>
              <a:t>Explicar que la categoria no es decorativa: es lo que determina si la cuadrilla podria viajar sin camioneta. Como la escalera y la senaletica son de categoria VEHICULO, el bus y el avion quedan descartados para este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 · INTEGRANTE 4</a:t>
            </a:r>
          </a:p>
          <a:p>
            <a:r>
              <a:t>Cerrar aqui los dos items que faltaban del enunciado: el hotel y la camioneta. Mencionar que el alojamiento es tarifa fija de $50.000 por noche y por persona, decision de jefatura declarada como supuesto.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 · INTEGRANTE 4</a:t>
            </a:r>
          </a:p>
          <a:p>
            <a:r>
              <a:t>Esta es la mejor pantalla para proyectar porque se entiende el plan entero sin explicarlo. Aprovechar para senalar que los dias de traslado aparecen como ordenes propias.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· INTEGRANTE 4</a:t>
            </a:r>
          </a:p>
          <a:p>
            <a:r>
              <a:t>Buen momento para hacerlo en vivo: sacar una foto de cualquier papel, poner un monto y mostrar como cambia el saldo en pantalla. Esto cierra el ciclo del dinero: no solo cuanto se le entrega, sino en que se gasto.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 · INTEGRANTE 4</a:t>
            </a:r>
          </a:p>
          <a:p>
            <a:r>
              <a:t>Demostracion en vivo: C2 (T03 y T04) termina el dia 22 y tiene libres el 23 y el 24. Crear una orden para Talca el 28 y mostrar como cae sola en T03. Explicar que la regla es balanceo por carga y que el motor de calculo puede hacerlo por corredor y jornada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· INTEGRANTE 4</a:t>
            </a:r>
          </a:p>
          <a:p>
            <a:r>
              <a:t>La mejora NO es comprar camionetas: ya sobra una. El cuello de botella es el corredor norte, que se lleva cuatro dias. Con dos tecnicos mas se abre una sexta cuadrilla, se ocupa V6 y el norte se parte en dos. El plan baja a tres dias por unos $60.000 adicionales por despliegue. La pregunta honesta es el sueldo permanente de esos dos: conviene si hay mas de un despliegue al 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 · TODOS</a:t>
            </a:r>
          </a:p>
          <a:p>
            <a:r>
              <a:t>Cerrar con las tres ideas y abrir preguntas. No leer la lamina completa: decir una frase por punto.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7490"/>
                </a:solidFill>
                <a:latin typeface="Arial"/>
              </a:rPr>
              <a:t>TECNOLOGIA APLICADA A SISTEMAS INTELIGENTES · UNIDAD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87168"/>
            <a:ext cx="1063721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F172A"/>
                </a:solidFill>
                <a:latin typeface="Arial"/>
              </a:rPr>
              <a:t>Servicio tecnico en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475569"/>
                </a:solidFill>
                <a:latin typeface="Arial"/>
              </a:rPr>
              <a:t>Planificacion nacional de 33 instalaciones y gestion tecnologica en terreno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926080" cy="254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Estudios de caso 1 y 2 · INACAP Sede Santiago Sur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Docente: Osvaldo Duarte · 14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ESTUDIO DE CASO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El problema, en cuatro numeros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2453563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2453563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E7490"/>
                </a:solidFill>
                <a:latin typeface="Arial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75887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equipos por instalar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5123" y="2286000"/>
            <a:ext cx="2453563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5123" y="2578608"/>
            <a:ext cx="2453563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E7490"/>
                </a:solidFill>
                <a:latin typeface="Arial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8003" y="3675887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localidades, de Copiapo a Tome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6" y="2286000"/>
            <a:ext cx="2453563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6" y="2578608"/>
            <a:ext cx="2453563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E7490"/>
                </a:solidFill>
                <a:latin typeface="Arial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6" y="3675887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tecnicos disponibles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0889" y="2286000"/>
            <a:ext cx="2453563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0889" y="2578608"/>
            <a:ext cx="2453563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E7490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69" y="3675887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camionetas Peugeot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9963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Datos textuales del enunciado · Instalacion 2 h por equipo · Capacitacion 30 min · Rendimiento 20 km/L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ESTUDIO DE CASO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Cuatro decisiones definen el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03704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057400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Cuadrillas de dos, no de tres: lo fija la cabina de la camioneta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916936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770632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Dos conductores por cuadrilla que se alternan al volante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30168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483864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Capacitacion digital previa: 30 minutos bajan a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43400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197096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Horas extra antes que hostal, mientras la jornada lo permita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257800"/>
            <a:ext cx="10637215" cy="7863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13248"/>
            <a:ext cx="1008857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E7490"/>
                </a:solidFill>
                <a:latin typeface="Arial"/>
              </a:rPr>
              <a:t>Cada decision se sostiene en un calculo, no en una preferencia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DECISION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Cuadrillas de dos: lo manda el vehiculo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7158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SITIO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3124" y="2103120"/>
            <a:ext cx="12447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EQUIPOS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7904" y="2103120"/>
            <a:ext cx="181058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CON 2 TECNICOS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8493" y="2103120"/>
            <a:ext cx="181058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UNO POR 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9082" y="2103120"/>
            <a:ext cx="16974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COSTO EXTRA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6509" y="2103120"/>
            <a:ext cx="135794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CONVIENE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87168"/>
            <a:ext cx="10637215" cy="152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27158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Copiapo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124" y="2633472"/>
            <a:ext cx="12447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7904" y="2633472"/>
            <a:ext cx="181058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6,75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8493" y="2633472"/>
            <a:ext cx="181058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2,25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082" y="2633472"/>
            <a:ext cx="16974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$211.480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6509" y="2633472"/>
            <a:ext cx="135794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3044952"/>
            <a:ext cx="10856671" cy="4754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08960"/>
            <a:ext cx="27158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Los otros 15 sitios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124" y="3108960"/>
            <a:ext cx="12447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1 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7904" y="3108960"/>
            <a:ext cx="181058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2,25 a 4,5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8493" y="3108960"/>
            <a:ext cx="181058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igual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9082" y="3108960"/>
            <a:ext cx="16974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6509" y="3108960"/>
            <a:ext cx="135794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45309"/>
                </a:solidFill>
                <a:latin typeface="Arial"/>
              </a:rPr>
              <a:t>10 tecnicos / 2 por camioneta = 5 cuadrillas · queda V6 de reserva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DECISION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Dos conductores por cuadrilla, alternados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3362858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336285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E7490"/>
                </a:solidFill>
                <a:latin typeface="Arial"/>
              </a:rPr>
              <a:t>8,89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75887"/>
            <a:ext cx="29970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conduccion a Copiapo con un solo conductor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4418" y="2286000"/>
            <a:ext cx="3362858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4418" y="2578608"/>
            <a:ext cx="336285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E7490"/>
                </a:solidFill>
                <a:latin typeface="Arial"/>
              </a:rPr>
              <a:t>9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298" y="3675887"/>
            <a:ext cx="29970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tope diario de seguridad al volante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1596" y="2286000"/>
            <a:ext cx="3362858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1596" y="2578608"/>
            <a:ext cx="336285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E7490"/>
                </a:solidFill>
                <a:latin typeface="Arial"/>
              </a:rPr>
              <a:t>4,45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4476" y="3675887"/>
            <a:ext cx="29970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por tecnico al alternar el volante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19963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La rotacion diaria del conductor queda registrada en cada orden de servicio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DECISION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Capacitacion digital previa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03704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057400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El enunciado fija 30 minutos de capacitacion por equipo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916936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770632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Se envia al cliente un enlace de Drive con el video detallado, antes de la visita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30168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483864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En terreno solo queda responder dudas: 15 minutos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43400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197096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No se reduce a cero porque alguien tiene que responder esas preguntas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257800"/>
            <a:ext cx="10637215" cy="7863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13248"/>
            <a:ext cx="1008857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E7490"/>
                </a:solidFill>
                <a:latin typeface="Arial"/>
              </a:rPr>
              <a:t>2 h de instalacion + 15 min = 2,25 h por equipo y por tecnico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DECISION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Horas extra antes que hostal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39889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OPCION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6195" y="2103120"/>
            <a:ext cx="45208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CALCULO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7011" y="2103120"/>
            <a:ext cx="21274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COSTO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87168"/>
            <a:ext cx="10637215" cy="152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39889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2 h extra para 2 tecnicos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6195" y="2633472"/>
            <a:ext cx="45208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2 x 2 x $9.750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7011" y="2633472"/>
            <a:ext cx="21274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$39.000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3044952"/>
            <a:ext cx="10856671" cy="4754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9889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1 noche para 2 tecnicos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6195" y="3108960"/>
            <a:ext cx="45208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2 x $50.000 + 2 x $25.000 de viatico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7011" y="3108960"/>
            <a:ext cx="21274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$150.000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45309"/>
                </a:solidFill>
                <a:latin typeface="Arial"/>
              </a:rPr>
              <a:t>Regla: jornada hasta 8,4 h · se vuelve con extra si cabe en 10,4 h · si no, se pernocta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ESTUDIO DE CASO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El plan: cinco cuadrillas, cuatro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3169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CUADRILLA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94228" y="2103120"/>
            <a:ext cx="192482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TECNICOS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9057" y="2103120"/>
            <a:ext cx="10130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MOVIL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2125" y="2103120"/>
            <a:ext cx="547056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CORREDOR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2692" y="2103120"/>
            <a:ext cx="911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DIAS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87168"/>
            <a:ext cx="10637215" cy="152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33472"/>
            <a:ext cx="13169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4228" y="2633472"/>
            <a:ext cx="1924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T01 + T02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9057" y="2633472"/>
            <a:ext cx="10130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2125" y="2633472"/>
            <a:ext cx="547056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Norte: Copiapo, Coquimbo, La Calera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2692" y="2633472"/>
            <a:ext cx="91176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" y="3044952"/>
            <a:ext cx="10856671" cy="4754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08960"/>
            <a:ext cx="13169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4228" y="3108960"/>
            <a:ext cx="1924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T03 + T04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9057" y="3108960"/>
            <a:ext cx="10130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2125" y="3108960"/>
            <a:ext cx="547056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Maule: Curico, Talca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2692" y="3108960"/>
            <a:ext cx="91176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584448"/>
            <a:ext cx="13169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94228" y="3584448"/>
            <a:ext cx="1924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T05 + T06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9057" y="3584448"/>
            <a:ext cx="10130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2125" y="3584448"/>
            <a:ext cx="547056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Biobio: San Pedro, Penco, Tome, Santa Juana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02692" y="3584448"/>
            <a:ext cx="91176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" y="3995928"/>
            <a:ext cx="10856671" cy="4754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059936"/>
            <a:ext cx="13169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94228" y="4059936"/>
            <a:ext cx="1924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T07 + T08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9057" y="4059936"/>
            <a:ext cx="10130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V4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2125" y="4059936"/>
            <a:ext cx="547056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RM: Maipu, Pudahuel, Santiago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2692" y="4059936"/>
            <a:ext cx="91176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535424"/>
            <a:ext cx="13169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94228" y="4535424"/>
            <a:ext cx="1924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T09 + 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9057" y="4535424"/>
            <a:ext cx="10130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V5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2125" y="4535424"/>
            <a:ext cx="547056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RM sur y Ruta 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02692" y="4535424"/>
            <a:ext cx="91176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" y="4946904"/>
            <a:ext cx="10856671" cy="4754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010912"/>
            <a:ext cx="13169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94228" y="5010912"/>
            <a:ext cx="19248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9057" y="5010912"/>
            <a:ext cx="10130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V6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2125" y="5010912"/>
            <a:ext cx="547056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Reserva de flota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02692" y="5010912"/>
            <a:ext cx="91176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45309"/>
                </a:solidFill>
                <a:latin typeface="Arial"/>
              </a:rPr>
              <a:t>Usa 5 de las 6 camionetas · la sexta queda para cubrir una averia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ESTUDIO DE CASO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Cuanto dinero requiere la planificacion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60272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CONCEPTO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9962" y="2103120"/>
            <a:ext cx="5884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REGLA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4378" y="2103120"/>
            <a:ext cx="215007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87168"/>
            <a:ext cx="10637215" cy="152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26027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Viaticos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962" y="2633472"/>
            <a:ext cx="58844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$25.000 por tecnico y por dia · 28 tecnico-dias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4378" y="2633472"/>
            <a:ext cx="2150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$700.000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3044952"/>
            <a:ext cx="10856671" cy="4754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6027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Alojamiento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9962" y="3108960"/>
            <a:ext cx="58844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$50.000 por noche y por persona · 10 tecnico-noches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4378" y="3108960"/>
            <a:ext cx="2150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$500.000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84448"/>
            <a:ext cx="26027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Peajes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9962" y="3584448"/>
            <a:ext cx="58844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Del recorrido real del dia, a cargo del conductor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4378" y="3584448"/>
            <a:ext cx="2150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$148.000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" y="3995928"/>
            <a:ext cx="10856671" cy="4754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59936"/>
            <a:ext cx="26027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Combustible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9962" y="4059936"/>
            <a:ext cx="58844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Km efectivos del dia / 20 km/L x $1.381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4378" y="4059936"/>
            <a:ext cx="2150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$273.026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35424"/>
            <a:ext cx="260272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Total a transferir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9962" y="4535424"/>
            <a:ext cx="58844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4378" y="4535424"/>
            <a:ext cx="2150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$1.621.026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45309"/>
                </a:solidFill>
                <a:latin typeface="Arial"/>
              </a:rPr>
              <a:t>Aparte: $9.556 de horas extra · costo de empresa, no se transfiere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ESTUDIO DE CASO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Que monto requiere cada tecnico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4711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TECNICO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8344" y="2103120"/>
            <a:ext cx="40738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2171" y="2103120"/>
            <a:ext cx="282904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1217" y="2103120"/>
            <a:ext cx="226323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TRANSFERENCIA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87168"/>
            <a:ext cx="10637215" cy="152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147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T01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8344" y="2633472"/>
            <a:ext cx="40738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Corredor norte, 4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2171" y="2633472"/>
            <a:ext cx="28290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Conductor D1 y D3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1217" y="2633472"/>
            <a:ext cx="2263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$360.927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3044952"/>
            <a:ext cx="10856671" cy="4754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08960"/>
            <a:ext cx="147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T02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8344" y="3108960"/>
            <a:ext cx="40738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Corredor norte, 4 dias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2171" y="3108960"/>
            <a:ext cx="28290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Conductor D2 y D4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1217" y="3108960"/>
            <a:ext cx="2263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$300.554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84448"/>
            <a:ext cx="147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T05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8344" y="3584448"/>
            <a:ext cx="40738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Biobio, 3 dias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2171" y="3584448"/>
            <a:ext cx="28290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Conductor D1 y D3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1217" y="3584448"/>
            <a:ext cx="2263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$287.667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" y="3995928"/>
            <a:ext cx="10856671" cy="4754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59936"/>
            <a:ext cx="147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T09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8344" y="4059936"/>
            <a:ext cx="40738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RM sur y Ruta 78, 2 dias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2171" y="4059936"/>
            <a:ext cx="28290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Conductor D1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1217" y="4059936"/>
            <a:ext cx="2263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$58.114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45309"/>
                </a:solidFill>
                <a:latin typeface="Arial"/>
              </a:rPr>
              <a:t>Del menor al mayor: $58.114 a $360.927 · lo explican dias fuera, noches de hotel y turno de conduccion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7E8F9"/>
                </a:solidFill>
                <a:latin typeface="Arial"/>
              </a:rPr>
              <a:t>ESTUDIO DE CASO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"Cada tecnico pueda verificar su ruta, sus implementos y materiales, el hotel donde podria hospedar, la camioneta a utilizar"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572000"/>
            <a:ext cx="2926080" cy="254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9204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94A3B8"/>
                </a:solidFill>
                <a:latin typeface="Arial"/>
              </a:rPr>
              <a:t>Enunciado del caso 2 · plataforma a libre eleccion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ESTUDIO DE CASO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Por que AppSheet sobre Google 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03704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057400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La planilla sigue siendo la base de datos: CONFIG, DESTINOS 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916936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770632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AppSheet genera la aplicacion movil directamente desde esa planilla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30168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483864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Filtro por usuario: cada tecnico ve solo sus ordenes, no las de todos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43400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197096"/>
            <a:ext cx="10289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Funciona en el celular en terreno, sin instalacion ni VPN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257800"/>
            <a:ext cx="10637215" cy="7863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13248"/>
            <a:ext cx="1008857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E7490"/>
                </a:solidFill>
                <a:latin typeface="Arial"/>
              </a:rPr>
              <a:t>La planilla planifica · la aplicacion ejecuta y registra en terreno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LA APLICACION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Pantalla 1 · Mi ruta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El tecnico entra con su correo institucional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81528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944368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Ve unicamente sus ordenes, agrupadas por fecha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22776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785616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Cada tarjeta muestra localidad, equipos y alojamiento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011680"/>
            <a:ext cx="601949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657600"/>
            <a:ext cx="6019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BD5E1"/>
                </a:solidFill>
                <a:latin typeface="Arial"/>
              </a:rPr>
              <a:t>CAPTURA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069080"/>
            <a:ext cx="5470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Vista "Mi ruta" en el celular, con las ordenes agrupadas por 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19963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Filtro de seguridad: [Email] = USEREMAIL()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LA APLICACION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Pantalla 2 · La orden de servicio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Direccion exacta con boton de navegacion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81528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944368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Equipos a instalar y horas estimadas de trabajo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22776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785616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Desglose del monto: viatico, alojamiento, peaje y combustible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64024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626864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Estado de avance que el tecnico cambia en terreno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011680"/>
            <a:ext cx="601949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657600"/>
            <a:ext cx="6019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BD5E1"/>
                </a:solidFill>
                <a:latin typeface="Arial"/>
              </a:rPr>
              <a:t>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069080"/>
            <a:ext cx="5470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Detalle de una orden, desplazado hasta ver el desglose de montos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9963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Una orden responde ruta, implementos, hotel, camioneta y monto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LA APLICACION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Pantalla 3 · Implementos y materiales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Checklist de 17 items, clasificado por donde va cada cosa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81528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944368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BOLSO viaja con el tecnico · VEHICULO obliga a camioneta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22776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785616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El conductor suma los items del vehiculo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64024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626864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Se marca antes de salir, desde el celular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011680"/>
            <a:ext cx="601949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657600"/>
            <a:ext cx="6019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BD5E1"/>
                </a:solidFill>
                <a:latin typeface="Arial"/>
              </a:rPr>
              <a:t>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069080"/>
            <a:ext cx="5470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Checklist de implementos con varios items ya marcados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9963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La categoria del implemento es la que descarta bus y avion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LA APLICACION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Pantalla 4 · Hotel y camioneta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Zona de pernoctacion con direccion y mapa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81528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944368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Noches asignadas y monto de alojamiento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22776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785616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Camioneta asignada, patente y capacidad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64024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626864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Quien conduce ese dia, segun la rotacion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011680"/>
            <a:ext cx="601949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657600"/>
            <a:ext cx="6019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BD5E1"/>
                </a:solidFill>
                <a:latin typeface="Arial"/>
              </a:rPr>
              <a:t>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069080"/>
            <a:ext cx="5470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Ficha del vehiculo y bloque de alojamiento con el mapa visible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9963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Alojamiento: $50.000 por noche y por persona, tarifa unica nacional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LA APLICACION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Pantalla 5 · Calendario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El tecnico ve sus dias asignados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81528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944368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Cada cuadrilla con un color distinto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22776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785616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Incluye los dias de traslado, no solo los de instalacion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64024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626864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La coordinacion ve el plan completo de un vistazo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011680"/>
            <a:ext cx="601949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657600"/>
            <a:ext cx="6019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BD5E1"/>
                </a:solidFill>
                <a:latin typeface="Arial"/>
              </a:rPr>
              <a:t>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069080"/>
            <a:ext cx="5470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Vista de calendario con las cinco cuadrillas en colores distintos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LA APLICACION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Pantalla 6 · Rendicion de gastos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El tecnico registra el gasto en el momento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81528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944368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Fotografia la boleta con la camara del celular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22776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785616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La aplicacion calcula el saldo contra lo transferido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64024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626864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La coordinacion aprueba o rechaza cada rendicion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011680"/>
            <a:ext cx="601949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657600"/>
            <a:ext cx="6019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BD5E1"/>
                </a:solidFill>
                <a:latin typeface="Arial"/>
              </a:rPr>
              <a:t>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069080"/>
            <a:ext cx="5470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Formulario de gasto con la foto de una boleta adjunta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9963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Saldo = transferencia - gastos rendidos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LA APLICACION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Pantalla 7 · Agendar trabajo nuevo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Se ingresa localidad, equipos y fecha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81528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944368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El sistema asigna al tecnico con menos carga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22776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785616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Calcula solo el dia, el vehiculo y todos los gastos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64024"/>
            <a:ext cx="100584" cy="1005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626864"/>
            <a:ext cx="3867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Las 36 ordenes del caso 1 quedan protegidas: no se borran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011680"/>
            <a:ext cx="601949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657600"/>
            <a:ext cx="6019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BD5E1"/>
                </a:solidFill>
                <a:latin typeface="Arial"/>
              </a:rPr>
              <a:t>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069080"/>
            <a:ext cx="5470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Formulario de orden nueva y el resultado con el tecnico ya asignado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9963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Regla de asignacion: el tecnico activo con menos ordenes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ESTUDIO DE CASO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Futura mejora: contratar dos tecnicos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354573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ESCENARIO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2103120"/>
            <a:ext cx="15642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DURACION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87274" y="2103120"/>
            <a:ext cx="16685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TECNICO-DIAS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5856" y="2103120"/>
            <a:ext cx="21900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VIATICO + HOTEL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45870" y="2103120"/>
            <a:ext cx="16685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7490"/>
                </a:solidFill>
                <a:latin typeface="Arial"/>
              </a:rPr>
              <a:t>HORAS EXTRA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87168"/>
            <a:ext cx="10637215" cy="152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33472"/>
            <a:ext cx="354573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Plan actual · 5 cuadrillas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2978" y="2633472"/>
            <a:ext cx="15642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4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7274" y="2633472"/>
            <a:ext cx="166858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5856" y="2633472"/>
            <a:ext cx="219001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$1.200.000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45870" y="2633472"/>
            <a:ext cx="166858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$9.556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" y="3044952"/>
            <a:ext cx="10856671" cy="4754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08960"/>
            <a:ext cx="354573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Con 6 cuadrillas y V6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2978" y="3108960"/>
            <a:ext cx="15642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3 dias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7274" y="3108960"/>
            <a:ext cx="166858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5856" y="3108960"/>
            <a:ext cx="219001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$1.250.000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45870" y="3108960"/>
            <a:ext cx="166858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$19.110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584448"/>
            <a:ext cx="354573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Diferencia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2978" y="3584448"/>
            <a:ext cx="15642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-1 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7274" y="3584448"/>
            <a:ext cx="166858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+2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5856" y="3584448"/>
            <a:ext cx="219001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E7490"/>
                </a:solidFill>
                <a:latin typeface="Arial"/>
              </a:rPr>
              <a:t>+$50.000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5870" y="3584448"/>
            <a:ext cx="166858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+$9.554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45309"/>
                </a:solidFill>
                <a:latin typeface="Arial"/>
              </a:rPr>
              <a:t>Comprimir el plan un 25% cuesta ~$60.000 por despliegue · decide la frecuencia de trabajos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490"/>
                </a:solidFill>
                <a:latin typeface="Arial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9264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Lo que queda demostrado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94560"/>
            <a:ext cx="566928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12848"/>
            <a:ext cx="9768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La planificacion esta calculada, no estimada: cada cifra tiene su regla y su fuente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337560"/>
            <a:ext cx="566928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355848"/>
            <a:ext cx="9768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Cada tecnico verifica su ruta, implementos, hotel y camioneta desde el celular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80560"/>
            <a:ext cx="566928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98848"/>
            <a:ext cx="9768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El sistema no solo informa: registra avance, boletas y ordenes nuevas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86400"/>
            <a:ext cx="10637215" cy="254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6072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Gracias. Quedamos atentos a sus consultas.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